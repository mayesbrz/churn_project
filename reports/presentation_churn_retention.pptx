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Système intelligent de rétention client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916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</a:rPr>
              <a:t>Prédiction du churn, comparaison multi-modèles, dashboard décisionnel et API optionnelle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74320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29077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10 000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95528" y="3328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clients analysés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46120" y="274320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9077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Random Forest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383280" y="3328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modèle final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833872" y="274320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71032" y="290779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0.801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971032" y="3328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ROC-AUC test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58368" y="6080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BFE"/>
                </a:solidFill>
              </a:rPr>
              <a:t>EFREI - Data Engineering &amp;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1 | Cadrage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Problématique métier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Anticiper les clients susceptibles de résilier leur abonnement.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Prioriser les actions CRM avec un score de risque exploitable.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Comparer ML classique et Deep Learning avec une démarche défendable.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Transformer le modèle en outil métier via Streamlit.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766560" y="14173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2626"/>
                </a:solidFill>
              </a:rPr>
              <a:t>10.2%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903720" y="2002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taux de churn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281160" y="14173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</a:rPr>
              <a:t>30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418320" y="2002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features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766560" y="265176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8163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8 000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903720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train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281160" y="265176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8163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</a:rPr>
              <a:t>2 000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418320" y="32369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test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2 | Méthode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Pipeline data sans leakage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658368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Split train/test stratifié pour conserver la proportion de churn.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ColumnTransformer intégré aux pipelines sklearn.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StandardScaler sur les variables numériques.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OneHotEncoder(handle_unknown='ignore') sur les catégories.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customer_id exclu : identifiant technique non généralisable.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111827"/>
                </a:solidFill>
              </a:rPr>
              <a:t>Seuil de décision ajusté sur validation pour éviter F1=0.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818120" y="1417320"/>
            <a:ext cx="3566160" cy="2834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Train 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38160" y="2148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Les encodeurs et scalers sont appris uniquement sur les données d'entraînement, puis appliqués au test.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3 | Résultats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Comparaison quantitative des modèles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Modèle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Recall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ROC-AUC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 Regression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Random Forest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Gradient Boosting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0690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Modèle retenu : Random Forest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45262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Sélection par ROC-AUC, avec seuil métier optimisé pour détecter la classe churn au lieu de maximiser seulement l'accuracy.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4 | Deep Learning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Correction du problème F1 = 0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0.295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002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F1 MLP après correction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0.627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474720" y="2002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Recall MLP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0" y="141732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3F6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58191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A34A"/>
                </a:solidFill>
              </a:rPr>
              <a:t>0.706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080760" y="20025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ROC-AUC MLP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Le F1 nul venait d'un seuil 0.5 trop strict dans un dataset déséquilibré.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Le seuil est maintenant optimisé sur validation.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Le MLP devient comparable, mais reste inférieur aux modèles d'ensemble sur données tabulaires.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5 | Explainability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Interprétabilité SHAP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csat_score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11880" y="1353312"/>
            <a:ext cx="5669280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64040" y="1325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0.0896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tenure_months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11880" y="1764792"/>
            <a:ext cx="3377196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6404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0.0534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monthly_logins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11880" y="2176272"/>
            <a:ext cx="2763903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0.0437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560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payment_failures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11880" y="2587752"/>
            <a:ext cx="2502973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6404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0.0396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2971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total_revenue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11880" y="2999232"/>
            <a:ext cx="1871512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971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0.0296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last_login_days_ago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3410712"/>
            <a:ext cx="639366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6404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0.0101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avg_session_time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11880" y="3822192"/>
            <a:ext cx="566935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404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0.0090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1520" y="4206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avg_resolution_time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11880" y="4233672"/>
            <a:ext cx="509477" cy="16459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64040" y="4206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0.0081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9834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Méthode : SHAP sur le modèle final. Les valeurs expliquent l impact des variables sur la classe churn, avec une lecture globale et des exemples locaux.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6 | MVP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Dashboard et industrialisation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Pilotage : KPI, churn par segment, revenu à risque.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Prédiction : formulaire de scénario et vraie inférence locale du modèle final.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Modèles : comparaison des quatre algorithmes et seuils de décision.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Explicabilité : page dédiée aux résultats SHAP globaux et locaux.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</a:rPr>
              <a:t>API FastAPI disponible comme bonus, mais non nécessaire au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543800" y="1417320"/>
            <a:ext cx="3566160" cy="3291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Architecture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86384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CSV → Pipeline ML → Streamlit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Option : FastAPI /predict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766E"/>
                </a:solidFill>
              </a:rPr>
              <a:t>7 | Synthèse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827"/>
                </a:solidFill>
              </a:rPr>
              <a:t>Conclusion et prochaines étapes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115568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89611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Le cahier des charges principal est couvert : data, 4 modèles, DL, dashboard, interprétabilité, rapport.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Le meilleur modèle est sélectionné sur une métrique adaptée au déséquilibre.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Le dashboard est autonome et exploitable par un profil métier.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Extensions : monitoring du drift, déploiement cloud complet, tests d'API, versioning Git propre.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Projet Data Science M2 | Rétention client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EFREI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intelligent de rétention client</dc:title>
  <dc:subject>Customer churn prediction</dc:subject>
  <dc:creator>Projet EFREI</dc:creator>
  <cp:lastModifiedBy>Projet EFREI</cp:lastModifiedBy>
  <cp:revision>1</cp:revision>
  <dcterms:created xsi:type="dcterms:W3CDTF">2026-05-04T12:08:14Z</dcterms:created>
  <dcterms:modified xsi:type="dcterms:W3CDTF">2026-05-04T12:08:14Z</dcterms:modified>
</cp:coreProperties>
</file>